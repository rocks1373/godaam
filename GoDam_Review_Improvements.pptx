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657600" cy="685800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64240" y="0"/>
            <a:ext cx="1188720" cy="6858000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Database, Data Flow &amp; UX Improvements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(Web · API · Mobile)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14600" y="5349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(SQLite)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389120" y="5349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schema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63640" y="5349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Deepak  •  GoDam / GAPP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73152" cy="12344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Snapshot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377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tech stack, what runs where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691640"/>
            <a:ext cx="73152" cy="12344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965960"/>
            <a:ext cx="685800" cy="68580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523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Footprint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52360" y="2377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DBs, what tables, key relations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08960"/>
            <a:ext cx="73152" cy="12344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383280"/>
            <a:ext cx="685800" cy="68580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8308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Data Flow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3794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→ Stock → Pick → DN → Delivered → Sold-out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10896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108960"/>
            <a:ext cx="73152" cy="12344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383280"/>
            <a:ext cx="685800" cy="68580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5236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&amp; Risks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52360" y="3794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duplicates, drift, race conditions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52628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526280"/>
            <a:ext cx="73152" cy="12344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800600"/>
            <a:ext cx="685800" cy="68580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783080" y="4754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83080" y="5212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 integrity, performance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452628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4526280"/>
            <a:ext cx="73152" cy="12344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4800600"/>
            <a:ext cx="685800" cy="68580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52360" y="4754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App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452360" y="5212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changes for web admin &amp; mobile picker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SYSTEM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apps, one brain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611880" cy="91440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Admin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Stock, Stock by Rack, Inbound, Outbound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Note, Transportation, Reports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permissions, OCR upload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361188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1691640"/>
            <a:ext cx="3611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5112" y="1691640"/>
            <a:ext cx="361188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828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9432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SQLite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5152" y="278892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REST routes, JWT auth + role middleware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engine, picking, delivery, sold-out logic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via Expo, OCR service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25112" y="5394960"/>
            <a:ext cx="361188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1691640"/>
            <a:ext cx="3611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1584" y="1691640"/>
            <a:ext cx="3611880" cy="914400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1828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75904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21624" y="278892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picker companion (warehouse floor)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confirm, scan, delivery tasks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notifications, offline-friendly screens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01584" y="5394960"/>
            <a:ext cx="361188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75904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both write to the same SQLite DB through the API — the API is the single arbiter.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databases &amp; where they 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4173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warehouse.db (SQLite)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691640"/>
            <a:ext cx="73152" cy="14173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93592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defined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93592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schema-migrate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72784" y="16916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691640"/>
            <a:ext cx="73152" cy="14173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55664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domains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5664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· orders · DN · users · 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34856" y="16916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34856" y="1691640"/>
            <a:ext cx="73152" cy="14173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17736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/ parallel tables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17736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cleanup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389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(source of truth)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main_stock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part_number; counters: received / issued / pending /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by Rack (FIFO)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stock_by_rack, stock_by_rack_legacy, stock_in, stock_out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SBR tables — summary + legacy entry-level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&amp; Picking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outbound_orders, outbound_items, fifo_suggestions, pick_suggestions, picked_transactions, picked_orders, pick_change_requests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suggestion tables (fifo + legacy)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delivery_notes, delivery_note_items, delivered, delivered_outbounds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'delivered' tables — duplicate concern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inbound_receiving, inbound_batches, inbound_items, inbound_putaway_lines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Putaway feeds stock_by_rack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/ Vendor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customers, customer_locations, vendors, vendor_items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can have many addresses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carriers, carrier_drivers, transportation_carriers, transportation_drivers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carrier models — duplicate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/ Auth / Notify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role_permissions, push_devices, notification_log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+ Expo push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RELATIONS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entity relations (simplified)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37744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70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main_stock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part_number (UQ)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2697480"/>
            <a:ext cx="2377440" cy="91440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770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stock_by_rack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+ rack (UQ)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783080"/>
            <a:ext cx="1828800" cy="640080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856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194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1828800" cy="640080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856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194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2697480"/>
            <a:ext cx="2286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770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outbound_orders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outbound_number (UQ)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26880" y="3794760"/>
            <a:ext cx="2286000" cy="73152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outbound_items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outbound_orders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794760"/>
            <a:ext cx="2377440" cy="731520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867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fifo_suggestions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orders, items, sbr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4709160"/>
            <a:ext cx="2377440" cy="731520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picked_transactions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5120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orders, items, user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26880" y="4709160"/>
            <a:ext cx="2286000" cy="73152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4782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delivery_notes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18320" y="5120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↔ 1 outbound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26880" y="5623560"/>
            <a:ext cx="228600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5696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delivered_outbounds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18320" y="6035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– no double dec.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5623560"/>
            <a:ext cx="2377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5696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sold_out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60350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after deliver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794760"/>
            <a:ext cx="2377440" cy="73152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867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addresses / number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709160"/>
            <a:ext cx="2377440" cy="731520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customer_locations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5120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city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83280" y="4709160"/>
            <a:ext cx="2377440" cy="73152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0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+ role_permissions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474720" y="5120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423160"/>
            <a:ext cx="146304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114800" y="2423160"/>
            <a:ext cx="-237744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315200" y="2423160"/>
            <a:ext cx="-123444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772400" y="2423160"/>
            <a:ext cx="-603504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469880" y="36118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326880" y="4160520"/>
            <a:ext cx="-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589520" y="3794760"/>
            <a:ext cx="-1508760" cy="-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778240" y="507492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469880" y="45262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469880" y="54406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326880" y="5943600"/>
            <a:ext cx="-54864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326880" y="3154680"/>
            <a:ext cx="-6400800" cy="100584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FK / direct write   ·   Dashed = derived / copied (drift risk)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from goods-in to invoice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73152" cy="18745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vs 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inbound_items + putaway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2628900"/>
            <a:ext cx="128016" cy="0"/>
          </a:xfrm>
          <a:prstGeom prst="line">
            <a:avLst/>
          </a:prstGeom>
          <a:noFill/>
          <a:ln w="31750">
            <a:solidFill>
              <a:srgbClr val="576CB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10712" y="169164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691640"/>
            <a:ext cx="73152" cy="18745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187452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25112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39312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by rack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stock_in + stock_by_rack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628900"/>
            <a:ext cx="128016" cy="0"/>
          </a:xfrm>
          <a:prstGeom prst="line">
            <a:avLst/>
          </a:prstGeom>
          <a:noFill/>
          <a:ln w="31750">
            <a:solidFill>
              <a:srgbClr val="576CB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18504" y="169164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18504" y="1691640"/>
            <a:ext cx="73152" cy="18745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187452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32904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Stock sync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7104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refreshed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main_stock totals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79992" y="2628900"/>
            <a:ext cx="128016" cy="0"/>
          </a:xfrm>
          <a:prstGeom prst="line">
            <a:avLst/>
          </a:prstGeom>
          <a:noFill/>
          <a:ln w="31750">
            <a:solidFill>
              <a:srgbClr val="576CB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26296" y="169164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26296" y="1691640"/>
            <a:ext cx="73152" cy="18745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54896" y="187452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54896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40696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upload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54896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outbound_orders + items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88620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886200"/>
            <a:ext cx="73152" cy="18745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0690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1732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suggest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" y="4754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picks oldest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fifo_suggestions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64408" y="4823460"/>
            <a:ext cx="128016" cy="0"/>
          </a:xfrm>
          <a:prstGeom prst="line">
            <a:avLst/>
          </a:prstGeom>
          <a:noFill/>
          <a:ln w="31750">
            <a:solidFill>
              <a:srgbClr val="576CB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410712" y="388620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10712" y="3886200"/>
            <a:ext cx="73152" cy="18745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39312" y="40690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9312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325112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confirm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639312" y="4754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picked_transactions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4823460"/>
            <a:ext cx="128016" cy="0"/>
          </a:xfrm>
          <a:prstGeom prst="line">
            <a:avLst/>
          </a:prstGeom>
          <a:noFill/>
          <a:ln w="31750">
            <a:solidFill>
              <a:srgbClr val="576CB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318504" y="388620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18504" y="3886200"/>
            <a:ext cx="73152" cy="18745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47104" y="40690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7104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32904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Note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47104" y="4754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+ transport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delivery_notes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079992" y="4823460"/>
            <a:ext cx="128016" cy="0"/>
          </a:xfrm>
          <a:prstGeom prst="line">
            <a:avLst/>
          </a:prstGeom>
          <a:noFill/>
          <a:ln w="31750">
            <a:solidFill>
              <a:srgbClr val="576CBC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226296" y="3886200"/>
            <a:ext cx="2743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226296" y="3886200"/>
            <a:ext cx="73152" cy="187452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54896" y="40690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54896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0140696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454896" y="4754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delivered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delivered_outbounds + sold_out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writes to one or more tables; the API enforces the order — but counters are not always updated in a single transaction.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flow can drift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856232"/>
            <a:ext cx="5029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562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8105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'stock by rack' tables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stock_by_rack (summary) + stock_by_rack_legacy (FIFO entries) both alive. Different writers update different tables — read-side picks one, totals can disagree.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69164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56232"/>
            <a:ext cx="5029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8562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18105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'delivered' ledgers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and delivered_outbounds both exist. Risk of one path inserting and the other path checking, leading to double-deduction or missed sold_out rows.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83880" y="169164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169164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48472" y="1856232"/>
            <a:ext cx="5029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8562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0" y="18105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drift in main_stock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received_qty / issued_qty / pending_delivery_qty / available_qty are denormalized counters. Any path that writes to stock_in/out without updating main_stock causes drift — no nightly reconcile job exists.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2004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3364992"/>
            <a:ext cx="5029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3649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3319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'pick suggestion' tables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3703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pick_suggestions and fifo_suggestions overlap. New code uses fifo_*, older code may still reference pick_*. Confusing for admins and dev onboarding.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320040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43400" y="32004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7992" y="3364992"/>
            <a:ext cx="5029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33649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0" y="3319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carrier models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3703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+ carrier_drivers vs transportation_carriers + transportation_drivers. DN dropdowns and Transportation Details pages can show different data.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83880" y="320040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83880" y="32004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48472" y="3364992"/>
            <a:ext cx="5029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33649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61120" y="3319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FK on movement tables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12480" y="3703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stock_in / stock_out store part_number as text without a FK to main_stock. Typos or deleted master rows leave orphans that pollute reports.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470916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2920" y="470916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" y="4873752"/>
            <a:ext cx="5029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" y="48737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80160" y="48280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on confirm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1520" y="5212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can both confirm the same FIFO line. Without row-level locking or 'expected version' check, last-writer-wins can over-pick a rack.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43400" y="470916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343400" y="4709160"/>
            <a:ext cx="73152" cy="137160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07992" y="4873752"/>
            <a:ext cx="502920" cy="292608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07992" y="48737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0" y="48280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multi-user prod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0" y="5212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writer at a time. Fine for now; upgrade to Postgres before adding heavy mobile concurrency or multi-warehouse.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83880" y="4709160"/>
            <a:ext cx="3703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183880" y="4709160"/>
            <a:ext cx="73152" cy="137160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48472" y="4873752"/>
            <a:ext cx="502920" cy="292608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48472" y="48737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961120" y="48280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migrations via ALTER in code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412480" y="5212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boot runs ALTER TABLE … ADD COLUMN. Hard to audit, no rollback, no versioned history. Move to a real migration tool (knex/Umzug).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IMPROVEMENTS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 integrity &amp;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532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stock_by_rack table, mark the other DEPRECATED, write a one-time migration to merge rows, and add a read-only view for reports.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532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856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delivery transaction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2194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mark-delivered in a SQLite transaction: deduct main_stock, insert delivered_outbounds, insert sold_out. Fail the whole batch on any error.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5532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834640"/>
            <a:ext cx="73152" cy="10058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999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 on picks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version column on outbound_items / fifo_suggestions. Confirm picks with WHERE version = ? to prevent web + mobile collisions.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834640"/>
            <a:ext cx="5532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834640"/>
            <a:ext cx="73152" cy="10058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108960"/>
            <a:ext cx="457200" cy="4572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999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+ CHECK constraints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3337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part_number to main_stock, qty &gt; 0 checks on stock_in/out, status enums on orders. Catch bad data at the DB, not after the fact.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977640"/>
            <a:ext cx="5532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977640"/>
            <a:ext cx="73152" cy="10058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142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migration tool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4480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ad-hoc ALTER TABLE in db.js with knex/Umzug migrations. Versioned, reviewable, reversible.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3977640"/>
            <a:ext cx="5532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977640"/>
            <a:ext cx="73152" cy="10058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4251960"/>
            <a:ext cx="457200" cy="4572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4142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reconcile job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4480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main_stock counters from stock_in - stock_out and flag drift &gt; 0 to admins. Catches silent counter bugs.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5120640"/>
            <a:ext cx="5532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2920" y="5120640"/>
            <a:ext cx="73152" cy="10058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5394960"/>
            <a:ext cx="457200" cy="4572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371600" y="5285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371600" y="5623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audit_events table for every pick, override, delivery, reverse. Simple to add, huge debugging value.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72200" y="5120640"/>
            <a:ext cx="5532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72200" y="5120640"/>
            <a:ext cx="73152" cy="1005840"/>
          </a:xfrm>
          <a:prstGeom prst="rect">
            <a:avLst/>
          </a:prstGeom>
          <a:solidFill>
            <a:srgbClr val="576CBC"/>
          </a:solidFill>
          <a:ln w="12700">
            <a:solidFill>
              <a:srgbClr val="576CB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5394960"/>
            <a:ext cx="457200" cy="4572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040880" y="5285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move to Postgres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40880" y="5623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already SQL-portable. Move when concurrency or multi-warehouse is on the roadmap. SQLite stays for dev.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easy — web admin &amp; mobile picker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577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5577840" cy="64008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 across part_number / SAP / customer / outbound — one bar in the header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Stock view that merges stock_by_rack and main_stock with a 'discrepancy' badge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filter chips on every report (vendor, status, date) instead of dropdown trees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 + undo on picking changes (no popup dialogs for one-field edits)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tiles linkable: clicking 'Pending Deliveries' opens the filtered list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on Outbound Upload (mark, reverse, export) with a clear progress toast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explained: show why a button is disabled, with the missing role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691640"/>
            <a:ext cx="5486400" cy="640080"/>
          </a:xfrm>
          <a:prstGeom prst="rect">
            <a:avLst/>
          </a:prstGeom>
          <a:solidFill>
            <a:srgbClr val="0B2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(Picker)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Big-finger targets (≥48 px), high contrast for warehouse lighting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scan first — typing part_number is the fallback, not the default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queue: confirm picks without signal, sync when back online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haptic feedback on successful confirm to keep eyes on the rack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One-screen pick task: rack, part, qty, photo — no tab switching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grouped per order, swipe to dismiss / open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'last sync' time and a manual refresh — no guesswork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76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rollout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GoDam Warehouse System  •  Review &amp; Improvement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788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278892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Stabilize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canonical stock_by_rack table; freeze writes to the other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mark-delivered in a single SQLite transaction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audit_events table + log every pick / deliver / reverse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788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691640"/>
            <a:ext cx="27889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Harden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93592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9312" y="269748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FKs + CHECK constraints, version column for optimistic locks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ALTER TABLE chain to knex / Umzug migrations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reconcile job for main_stock counters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18504" y="1691640"/>
            <a:ext cx="2788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18504" y="1691640"/>
            <a:ext cx="278892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Delight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1384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47104" y="269748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global search, sticky filters, inline edit, smarter dashboard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scan-first, offline queue, big-finger UI, push grouping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explainer + 'why is this disabled' tooltips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26296" y="1691640"/>
            <a:ext cx="2788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26296" y="1691640"/>
            <a:ext cx="2788920" cy="868680"/>
          </a:xfrm>
          <a:prstGeom prst="rect">
            <a:avLst/>
          </a:prstGeom>
          <a:solidFill>
            <a:srgbClr val="576C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9176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Scale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09176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54896" y="269748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SQLite → Postgres for concurrent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support: warehouse_id on every stock table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warehouse / read replica for heavy exports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1937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database, three apps — keep them honest.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parallel tables (stock_by_rack, delivered, carriers, pick_suggestions) into single canonical sources.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money-moving flows (deliver, reverse, pick) in DB transactions and add an audit log.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apps obvious: scan-first mobile, inline-edit web, and global search across part / customer / order.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SQLite → Postgres jump before user count or warehouses multiply.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Deepak  ·  GoDam Warehouse Review  ·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GoDam Warehouse System – Architecture, Data Flow &amp; Improvements</dc:title>
  <dc:subject>PptxGenJS Presentation</dc:subject>
  <dc:creator>Review by Claude</dc:creator>
  <cp:lastModifiedBy>Review by Claude</cp:lastModifiedBy>
  <cp:revision>1</cp:revision>
  <dcterms:created xsi:type="dcterms:W3CDTF">2026-05-04T15:29:59Z</dcterms:created>
  <dcterms:modified xsi:type="dcterms:W3CDTF">2026-05-04T15:29:59Z</dcterms:modified>
</cp:coreProperties>
</file>